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A7DE4-15B3-4FB5-967B-1F6EE75DB4E0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E6398-FC75-416B-8A38-D2B9FF192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097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8E6398-FC75-416B-8A38-D2B9FF192F9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065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96CED5-6F9A-3E87-0B11-8A3FB600E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0F4F48-84A8-F1CB-AD2C-B9A9EC096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39631-77AE-C142-1E46-96198176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0DF19-2A37-41CD-850B-8235A9ECAC4E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3E3F95-8B0A-3C77-8D63-FF26AAFC5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58C952-8297-0230-39C5-89D64F32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B46F2-0E7D-459B-91AC-8F1A4D0EB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500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F1FB93-9E75-D4D4-A03E-922BC05C2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9681DF-EFEE-3572-911D-B1AB50F5C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10173F-8296-B65A-4725-8C572BABF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0DF19-2A37-41CD-850B-8235A9ECAC4E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794287-020B-F984-CBD9-7D89ABD4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7258EB-EABE-9CFB-CE53-D90FE2FBC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B46F2-0E7D-459B-91AC-8F1A4D0EB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980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78FC38-F74B-7ED8-40CD-F47C170DF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6C9C24-3228-B6B7-D0A1-DAF03F8E5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717A6-F090-0703-3A68-F06DB6EBD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0DF19-2A37-41CD-850B-8235A9ECAC4E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5ADBF3-076D-AC74-F444-BBD40A72A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2B6EA-D1B2-505E-FC43-18E0E55E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B46F2-0E7D-459B-91AC-8F1A4D0EB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12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297A01-CFA5-4369-EF8C-E5E2672CF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0653C6-0530-A81C-22E5-99917452F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44C323-0F45-5B76-A0FC-7A0B10E42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322A3D-1744-5022-57CC-04737D215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0DF19-2A37-41CD-850B-8235A9ECAC4E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545668-AABB-AC7C-72EF-2F8EBA52D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7E5684-98CF-D0A4-8940-460A30B9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B46F2-0E7D-459B-91AC-8F1A4D0EB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04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9EC11D-954E-CCEC-AEF2-42132778A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7F5A4B-AFED-A8E1-BE59-55F3C3E10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7F9A75-ED9A-D4A0-3B65-16C7BC48A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4B694C-7EE5-F1A9-AE16-408DBE9BA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21BA22-5AF2-FF3E-611B-264F22AA3F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235B986-21AB-A066-9600-0E0D77BE7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0DF19-2A37-41CD-850B-8235A9ECAC4E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4C9CB7-EF68-2630-E8AD-6CC1D3C13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020A4E8-8D18-A329-B357-2892E443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B46F2-0E7D-459B-91AC-8F1A4D0EB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408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32802-F10A-250F-CAA3-70122DDCD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A60D9D-0B8C-2795-159B-36AE7CD5A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0DF19-2A37-41CD-850B-8235A9ECAC4E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0EF350-B47B-8441-D9B3-146609F04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1BB05D-30CC-0FF8-6DA7-9B15AF56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B46F2-0E7D-459B-91AC-8F1A4D0EB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580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865BF5B-3B94-0B21-D21A-ACB29CB31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0DF19-2A37-41CD-850B-8235A9ECAC4E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FF5FC5-F3FA-A083-3776-158934BCE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1EAC41-E992-016B-BDF2-1AE028786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B46F2-0E7D-459B-91AC-8F1A4D0EB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53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F45C4-5635-735F-A5F4-EAF66BC52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51B2C4-CBF4-E8ED-C10A-BD52D1C11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10E524-FDC6-AEC0-5F1D-29D6BBE83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A1B3C1-D55E-E2AC-4A67-4522FCA82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0DF19-2A37-41CD-850B-8235A9ECAC4E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349052-4ACE-B46E-81CB-0145FB28C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F19F72-EA25-94E9-C1E9-CAB74ED6F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B46F2-0E7D-459B-91AC-8F1A4D0EB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57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B4F59A-433E-62C3-8663-316FD4191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7AF1D2C-8FB8-495C-34BD-664C51F4F6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909145-9021-0C9A-1194-7242CB7B9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EB2EC5-BB1C-7651-0B42-B4455D68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0DF19-2A37-41CD-850B-8235A9ECAC4E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7819A3-C4EA-3958-3625-6952628EB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9A77BD-C639-45FB-0CFC-287FBFD4B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B46F2-0E7D-459B-91AC-8F1A4D0EB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74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F2DC05-246C-0AFD-F5DD-67FC2FC6C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F0260E-99BC-F248-09D4-A7082F88D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E5C982-40C2-4DD5-6D91-008BD8EBC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0DF19-2A37-41CD-850B-8235A9ECAC4E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537F76-A899-1FD3-CCE2-856C58124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C0454A-1684-6667-CAC1-96F92589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B46F2-0E7D-459B-91AC-8F1A4D0EB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589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C9B40F-49B5-A025-4F8F-E96EC119E0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21A4BD-7566-732D-8E82-75BE6D8A6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6C436-98BC-4063-9BA9-2337EA7FD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0DF19-2A37-41CD-850B-8235A9ECAC4E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149BBA-7C38-4E3A-87FC-4A15FCE9D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E33CE4-6F43-1601-3CC7-8C3088EC5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B46F2-0E7D-459B-91AC-8F1A4D0EB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849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AA0E63-371B-DAF0-4D7A-2624475A7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95B81D-23EB-9DD9-BD2D-F14A5FFA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B3D232-7E78-D1B9-BCDF-3AB309D248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0DF19-2A37-41CD-850B-8235A9ECAC4E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6969FB-9452-9906-FC07-37D0185FEA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8448D9-55D3-3B1A-F159-B288AD4D3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B46F2-0E7D-459B-91AC-8F1A4D0EB0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248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BD2CA5-FED9-1AF9-DBC9-6DC1F6DBD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11757"/>
              </p:ext>
            </p:extLst>
          </p:nvPr>
        </p:nvGraphicFramePr>
        <p:xfrm>
          <a:off x="1474839" y="422786"/>
          <a:ext cx="8685160" cy="541560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71290">
                  <a:extLst>
                    <a:ext uri="{9D8B030D-6E8A-4147-A177-3AD203B41FA5}">
                      <a16:colId xmlns:a16="http://schemas.microsoft.com/office/drawing/2014/main" val="3313413464"/>
                    </a:ext>
                  </a:extLst>
                </a:gridCol>
                <a:gridCol w="2171290">
                  <a:extLst>
                    <a:ext uri="{9D8B030D-6E8A-4147-A177-3AD203B41FA5}">
                      <a16:colId xmlns:a16="http://schemas.microsoft.com/office/drawing/2014/main" val="1854856223"/>
                    </a:ext>
                  </a:extLst>
                </a:gridCol>
                <a:gridCol w="2171290">
                  <a:extLst>
                    <a:ext uri="{9D8B030D-6E8A-4147-A177-3AD203B41FA5}">
                      <a16:colId xmlns:a16="http://schemas.microsoft.com/office/drawing/2014/main" val="3587731321"/>
                    </a:ext>
                  </a:extLst>
                </a:gridCol>
                <a:gridCol w="2171290">
                  <a:extLst>
                    <a:ext uri="{9D8B030D-6E8A-4147-A177-3AD203B41FA5}">
                      <a16:colId xmlns:a16="http://schemas.microsoft.com/office/drawing/2014/main" val="1241112847"/>
                    </a:ext>
                  </a:extLst>
                </a:gridCol>
              </a:tblGrid>
              <a:tr h="1012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Glutamate(+)</a:t>
                      </a:r>
                    </a:p>
                    <a:p>
                      <a:pPr latinLnBrk="1"/>
                      <a:r>
                        <a:rPr lang="en-US" altLang="ko-KR" dirty="0"/>
                        <a:t>=(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 + 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 +</a:t>
                      </a:r>
                      <a:endParaRPr lang="ko-KR" altLang="en-US" dirty="0"/>
                    </a:p>
                    <a:p>
                      <a:pPr latinLnBrk="1"/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Glu(0)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  <a:endParaRPr lang="ko-KR" altLang="en-US" dirty="0"/>
                    </a:p>
                    <a:p>
                      <a:pPr latinLnBrk="1"/>
                      <a:r>
                        <a:rPr lang="en-US" altLang="ko-KR" dirty="0"/>
                        <a:t>Glutamate(+) +glutamate(+)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497207"/>
                  </a:ext>
                </a:extLst>
              </a:tr>
              <a:tr h="1012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Glutamate(+)</a:t>
                      </a:r>
                    </a:p>
                    <a:p>
                      <a:pPr latinLnBrk="1"/>
                      <a:r>
                        <a:rPr lang="en-US" altLang="ko-KR" dirty="0"/>
                        <a:t>=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 + 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Glutamate(+)+ glutamate(+){(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 + 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Glutamate(+) +glutamate(+)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{</a:t>
                      </a:r>
                      <a:r>
                        <a:rPr lang="en-US" altLang="ko-KR" dirty="0" err="1">
                          <a:highlight>
                            <a:srgbClr val="00FFFF"/>
                          </a:highlight>
                        </a:rPr>
                        <a:t>gaba</a:t>
                      </a:r>
                      <a:r>
                        <a:rPr lang="en-US" altLang="ko-KR" dirty="0">
                          <a:highlight>
                            <a:srgbClr val="00FFFF"/>
                          </a:highlight>
                        </a:rPr>
                        <a:t>(-) +</a:t>
                      </a:r>
                      <a:r>
                        <a:rPr lang="en-US" altLang="ko-KR" dirty="0" err="1">
                          <a:highlight>
                            <a:srgbClr val="00FFFF"/>
                          </a:highlight>
                        </a:rPr>
                        <a:t>gaba</a:t>
                      </a:r>
                      <a:r>
                        <a:rPr lang="en-US" altLang="ko-KR" dirty="0">
                          <a:highlight>
                            <a:srgbClr val="00FFFF"/>
                          </a:highlight>
                        </a:rPr>
                        <a:t>(-)}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 +glutamate(+)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130754"/>
                  </a:ext>
                </a:extLst>
              </a:tr>
              <a:tr h="10127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 +glutamate(+)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+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Glutamate(+)+</a:t>
                      </a:r>
                      <a:endParaRPr lang="ko-KR" altLang="en-US" dirty="0"/>
                    </a:p>
                    <a:p>
                      <a:pPr latinLnBrk="1"/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 + 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 +</a:t>
                      </a:r>
                      <a:endParaRPr lang="ko-KR" altLang="en-US" dirty="0"/>
                    </a:p>
                    <a:p>
                      <a:pPr latinLnBrk="1"/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Glutamate(+) +glutamate(+) 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488979"/>
                  </a:ext>
                </a:extLst>
              </a:tr>
              <a:tr h="1012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Glutamate(+) +glutamate(+)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 + 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Glutamate(+)+ glutamate(+){(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 + 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(-)}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 +glutamate(+)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+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856174"/>
                  </a:ext>
                </a:extLst>
              </a:tr>
              <a:tr h="10127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Glutamate(+)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 +</a:t>
                      </a:r>
                      <a:endParaRPr lang="ko-KR" altLang="en-US" dirty="0"/>
                    </a:p>
                    <a:p>
                      <a:pPr latinLnBrk="1"/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Glutamate(+) +glutamate(+) 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553040"/>
                  </a:ext>
                </a:extLst>
              </a:tr>
            </a:tbl>
          </a:graphicData>
        </a:graphic>
      </p:graphicFrame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F8D2084-5F49-9D4E-F196-F97A43FCFB21}"/>
              </a:ext>
            </a:extLst>
          </p:cNvPr>
          <p:cNvCxnSpPr/>
          <p:nvPr/>
        </p:nvCxnSpPr>
        <p:spPr>
          <a:xfrm flipH="1">
            <a:off x="3067665" y="1622323"/>
            <a:ext cx="4827638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83C042F4-A8B4-8EB4-F551-880A06BC75C5}"/>
              </a:ext>
            </a:extLst>
          </p:cNvPr>
          <p:cNvCxnSpPr>
            <a:cxnSpLocks/>
          </p:cNvCxnSpPr>
          <p:nvPr/>
        </p:nvCxnSpPr>
        <p:spPr>
          <a:xfrm flipH="1">
            <a:off x="1045029" y="3151414"/>
            <a:ext cx="76744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871FDFC-D917-772C-640A-B9A90FB28F67}"/>
              </a:ext>
            </a:extLst>
          </p:cNvPr>
          <p:cNvSpPr txBox="1"/>
          <p:nvPr/>
        </p:nvSpPr>
        <p:spPr>
          <a:xfrm>
            <a:off x="130628" y="2563586"/>
            <a:ext cx="1175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</a:t>
            </a:r>
            <a:r>
              <a:rPr lang="ko-KR" altLang="en-US" dirty="0"/>
              <a:t>형 엄마 </a:t>
            </a:r>
            <a:r>
              <a:rPr lang="en-US" altLang="ko-KR" dirty="0"/>
              <a:t>– </a:t>
            </a:r>
            <a:r>
              <a:rPr lang="ko-KR" altLang="en-US" dirty="0"/>
              <a:t>저녁에 </a:t>
            </a:r>
            <a:r>
              <a:rPr lang="ko-KR" altLang="en-US" dirty="0" err="1"/>
              <a:t>조금늦게발현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6622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AC8B4FF-E9BB-6F0F-5F04-BB0ECCC00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679094"/>
              </p:ext>
            </p:extLst>
          </p:nvPr>
        </p:nvGraphicFramePr>
        <p:xfrm>
          <a:off x="1474839" y="422786"/>
          <a:ext cx="8685160" cy="568992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71290">
                  <a:extLst>
                    <a:ext uri="{9D8B030D-6E8A-4147-A177-3AD203B41FA5}">
                      <a16:colId xmlns:a16="http://schemas.microsoft.com/office/drawing/2014/main" val="3313413464"/>
                    </a:ext>
                  </a:extLst>
                </a:gridCol>
                <a:gridCol w="2171290">
                  <a:extLst>
                    <a:ext uri="{9D8B030D-6E8A-4147-A177-3AD203B41FA5}">
                      <a16:colId xmlns:a16="http://schemas.microsoft.com/office/drawing/2014/main" val="1854856223"/>
                    </a:ext>
                  </a:extLst>
                </a:gridCol>
                <a:gridCol w="2171290">
                  <a:extLst>
                    <a:ext uri="{9D8B030D-6E8A-4147-A177-3AD203B41FA5}">
                      <a16:colId xmlns:a16="http://schemas.microsoft.com/office/drawing/2014/main" val="3587731321"/>
                    </a:ext>
                  </a:extLst>
                </a:gridCol>
                <a:gridCol w="2171290">
                  <a:extLst>
                    <a:ext uri="{9D8B030D-6E8A-4147-A177-3AD203B41FA5}">
                      <a16:colId xmlns:a16="http://schemas.microsoft.com/office/drawing/2014/main" val="1241112847"/>
                    </a:ext>
                  </a:extLst>
                </a:gridCol>
              </a:tblGrid>
              <a:tr h="1012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Glutamate(+)</a:t>
                      </a:r>
                    </a:p>
                    <a:p>
                      <a:pPr latinLnBrk="1"/>
                      <a:r>
                        <a:rPr lang="en-US" altLang="ko-KR" dirty="0"/>
                        <a:t>=(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 + 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 +glutamate(+) 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+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  <a:endParaRPr lang="ko-KR" altLang="en-US" dirty="0"/>
                    </a:p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 + 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497207"/>
                  </a:ext>
                </a:extLst>
              </a:tr>
              <a:tr h="1012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Glutamate(+)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Glutamate(+)+ glutamate(+) +(-)</a:t>
                      </a:r>
                      <a:r>
                        <a:rPr lang="en-US" altLang="ko-KR" dirty="0" err="1"/>
                        <a:t>gaba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Glutamate(0)+ (-)</a:t>
                      </a:r>
                      <a:r>
                        <a:rPr lang="en-US" altLang="ko-KR" dirty="0" err="1"/>
                        <a:t>gaba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Glutamate(+)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130754"/>
                  </a:ext>
                </a:extLst>
              </a:tr>
              <a:tr h="10127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 +glutamate(+) </a:t>
                      </a:r>
                      <a:br>
                        <a:rPr lang="en-US" altLang="ko-KR" dirty="0"/>
                      </a:b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 + 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(-)+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  <a:endParaRPr lang="ko-KR" altLang="en-US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Glutamate(+)+</a:t>
                      </a:r>
                    </a:p>
                    <a:p>
                      <a:pPr latinLnBrk="1"/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 + 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 + 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488979"/>
                  </a:ext>
                </a:extLst>
              </a:tr>
              <a:tr h="1012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Glutamate(+) +glutamate(+)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 + 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Glutamate(0) + 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Glutamate(+) +glutamate(+) + Glutamate(+)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856174"/>
                  </a:ext>
                </a:extLst>
              </a:tr>
              <a:tr h="101272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 + 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 + 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Glutamate(+) + </a:t>
                      </a:r>
                      <a:r>
                        <a:rPr lang="en-US" altLang="ko-KR" dirty="0" err="1"/>
                        <a:t>gaba</a:t>
                      </a:r>
                      <a:r>
                        <a:rPr lang="en-US" altLang="ko-KR" dirty="0"/>
                        <a:t>(-)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553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32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E994230-E75F-5F56-9B5A-5B672C438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69308" y="-2513985"/>
            <a:ext cx="21130616" cy="1188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98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테마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237</Words>
  <Application>Microsoft Office PowerPoint</Application>
  <PresentationFormat>와이드스크린</PresentationFormat>
  <Paragraphs>54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 woong choi</dc:creator>
  <cp:lastModifiedBy>il woong choi</cp:lastModifiedBy>
  <cp:revision>2</cp:revision>
  <dcterms:created xsi:type="dcterms:W3CDTF">2025-12-08T21:23:32Z</dcterms:created>
  <dcterms:modified xsi:type="dcterms:W3CDTF">2026-03-03T10:58:11Z</dcterms:modified>
</cp:coreProperties>
</file>